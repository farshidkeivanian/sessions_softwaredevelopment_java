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69" r:id="rId5"/>
    <p:sldId id="258" r:id="rId6"/>
    <p:sldId id="259" r:id="rId7"/>
    <p:sldId id="270" r:id="rId8"/>
    <p:sldId id="260" r:id="rId9"/>
    <p:sldId id="271" r:id="rId10"/>
    <p:sldId id="262" r:id="rId11"/>
    <p:sldId id="263" r:id="rId12"/>
    <p:sldId id="264" r:id="rId13"/>
    <p:sldId id="272" r:id="rId14"/>
    <p:sldId id="265" r:id="rId15"/>
    <p:sldId id="266" r:id="rId16"/>
    <p:sldId id="273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954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B1C23-F98C-582E-72C3-EEB504106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36D82-DB3D-D090-6511-2681734AD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00033-D12B-2B44-8856-E1960BC82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8926A-745D-4C7B-B9C7-AF31C8916216}" type="datetimeFigureOut">
              <a:rPr lang="en-AU" smtClean="0"/>
              <a:t>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D6662-71A4-6CF4-BF10-321907384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0F587-9B62-7649-C32E-F3C61CA5E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E08-B413-4876-9D85-D849496425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5924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110DA-646C-F063-D875-A6626A7D0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83D1A-2BAE-EDB0-1313-7F3D595AA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8AC6F-5DF6-116F-8904-A6F060A84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8926A-745D-4C7B-B9C7-AF31C8916216}" type="datetimeFigureOut">
              <a:rPr lang="en-AU" smtClean="0"/>
              <a:t>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ED18D-66EF-1672-033F-49A5D11E2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994DB-EF74-C1AB-09F4-D630876D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E08-B413-4876-9D85-D849496425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191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5C253-2B59-461F-C345-EF562781E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31BDE-CBC8-72BB-70D8-DCE2D0303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81E49-2CB3-0589-A261-EACF12AC0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8926A-745D-4C7B-B9C7-AF31C8916216}" type="datetimeFigureOut">
              <a:rPr lang="en-AU" smtClean="0"/>
              <a:t>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32B3A-DB13-5BC5-A2CE-B5E2EBD2A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31E75-DC02-A3EF-205D-2AF1B5984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E08-B413-4876-9D85-D849496425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1543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F87ED-9F31-D5BA-4881-89C6CB702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D9AC3-8728-A328-889E-3F84B7642E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A85FA-F680-7A63-1D80-F31D8A694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6F378-8212-F877-C467-B924FF39C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8926A-745D-4C7B-B9C7-AF31C8916216}" type="datetimeFigureOut">
              <a:rPr lang="en-AU" smtClean="0"/>
              <a:t>1/03/2026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35E4B-4130-F8F5-AFBE-29FBEA6D7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C6FEA-5FD5-BD98-C415-2B938FE21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E08-B413-4876-9D85-D849496425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698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574E4-C6FE-AB6A-DBFE-8ABD52F3C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113DE-9D0F-D0F2-B6EE-00DBFF420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12579-5844-D765-26F0-E1E5087A0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6A522-8D81-F1A7-2409-55294A3E32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7FC6B5-CE1A-AF72-EA26-7ABE2EC1B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CCE63C-820B-AA7E-08E4-96EF6F50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8926A-745D-4C7B-B9C7-AF31C8916216}" type="datetimeFigureOut">
              <a:rPr lang="en-AU" smtClean="0"/>
              <a:t>1/03/2026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2C5E0C-0486-F8D4-EA08-DF794E6A1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FF64E-C771-9E7F-F9D0-2A72E4097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E08-B413-4876-9D85-D849496425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3203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E2759-4DA9-4B3E-4646-37847A5C4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9530A1-4F14-0F69-A569-043CC1C1A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8926A-745D-4C7B-B9C7-AF31C8916216}" type="datetimeFigureOut">
              <a:rPr lang="en-AU" smtClean="0"/>
              <a:t>1/03/2026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295174-6BB0-F42B-D708-006F373E3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BABB9-1D46-C732-05B1-A21FCC814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E08-B413-4876-9D85-D849496425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1548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4800DE-883F-8554-211A-BCAB6C66A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8926A-745D-4C7B-B9C7-AF31C8916216}" type="datetimeFigureOut">
              <a:rPr lang="en-AU" smtClean="0"/>
              <a:t>1/03/2026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40F969-B188-610E-840D-1FD1124C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B2F95-A230-445D-E963-9C1BA2A10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E08-B413-4876-9D85-D849496425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6109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09DDB-4DB8-1261-8181-E97D9ED7F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93D4A-B072-418D-9A27-CDDDDA98A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5CD57-B086-590A-39EC-3FDE34C42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63245-34B6-A378-8A91-4EBAF6A2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8926A-745D-4C7B-B9C7-AF31C8916216}" type="datetimeFigureOut">
              <a:rPr lang="en-AU" smtClean="0"/>
              <a:t>1/03/2026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560E6-A2DE-3D7B-8CD2-4B0214922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B3E14-D6DD-9BAB-8B9B-78BC6E2C4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E08-B413-4876-9D85-D849496425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1768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B66AF-2B52-5D30-5707-537384F38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790EA8-264D-B851-9A79-4244D3E04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4617F-0388-7770-9BFC-F350406CEB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B2B37-2CBD-8CBA-CD71-44EF72B5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8926A-745D-4C7B-B9C7-AF31C8916216}" type="datetimeFigureOut">
              <a:rPr lang="en-AU" smtClean="0"/>
              <a:t>1/03/2026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C2C1B-1554-08BE-A013-785549563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FEE98-97B6-6AA5-6738-A945AA12A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E08-B413-4876-9D85-D849496425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3760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3CD10-833B-7CCA-E397-B0870E00C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841A67-DF17-C272-E9D6-1C7C1D379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9EAC2-6BFD-882C-9D54-0EF5E68EA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8926A-745D-4C7B-B9C7-AF31C8916216}" type="datetimeFigureOut">
              <a:rPr lang="en-AU" smtClean="0"/>
              <a:t>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935DF-A215-393D-D4EE-770E4F539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75D9E-75D5-96E4-11E5-4C3428DC7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E08-B413-4876-9D85-D849496425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3949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992186-B526-A0A4-45F9-ACEBA88817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EF725-2E5F-7E41-747D-48C7C2CE9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F5679-046B-FD1D-E166-4062B9922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8926A-745D-4C7B-B9C7-AF31C8916216}" type="datetimeFigureOut">
              <a:rPr lang="en-AU" smtClean="0"/>
              <a:t>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D9F8B-AFFE-4F65-417E-5E112D0BF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88735-ED5F-B0CA-FE90-11086E9CC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E08-B413-4876-9D85-D849496425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5327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46A767-C85D-18A3-AC17-5EED35111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83AB4-0971-6BE7-8F29-2369CD6AF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E0E8D-513C-7CD2-93CF-6BD2BD632A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A8926A-745D-4C7B-B9C7-AF31C8916216}" type="datetimeFigureOut">
              <a:rPr lang="en-AU" smtClean="0"/>
              <a:t>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40D8D-941A-08C9-589D-C9D8FAD664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1B44C-DB14-1BBD-913F-35BA5DFFF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B6E08-B413-4876-9D85-D849496425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1428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au/java/technologies/downloads/#jdk22-window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au/java/technologies/downloads/#jdk22-window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au/java/technologies/downloads/#jdk22-windows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au/java/technologies/downloads/#jdk22-window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lipse.org/downloads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lipse.org/downloads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lipse.org/downloads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lipse.org/downloads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eclipse.org/downloads/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eclipse.org/downloads/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lipse.org/downloads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lipse.org/downloads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lipse.org/downloads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lipse.org/downloads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074604-CB6A-8C92-0ED9-92045BCD74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6" t="24828" r="11293" b="9731"/>
          <a:stretch>
            <a:fillRect/>
          </a:stretch>
        </p:blipFill>
        <p:spPr>
          <a:xfrm>
            <a:off x="525517" y="2056845"/>
            <a:ext cx="10415752" cy="44879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2056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Java Installation: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Download and install the idk package </a:t>
            </a:r>
            <a:r>
              <a:rPr lang="en-AU" sz="28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https://www.oracle.com/au/java/technologies/downloads/#jdk22-windows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551CAF-716B-D31F-BC05-C120083FB8BC}"/>
              </a:ext>
            </a:extLst>
          </p:cNvPr>
          <p:cNvSpPr/>
          <p:nvPr/>
        </p:nvSpPr>
        <p:spPr>
          <a:xfrm>
            <a:off x="5234152" y="5580993"/>
            <a:ext cx="5559972" cy="37837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DAFA3C-B73E-1B29-A3B8-21B1B0E3DB30}"/>
              </a:ext>
            </a:extLst>
          </p:cNvPr>
          <p:cNvSpPr/>
          <p:nvPr/>
        </p:nvSpPr>
        <p:spPr>
          <a:xfrm>
            <a:off x="5234151" y="6062877"/>
            <a:ext cx="5559971" cy="37837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2290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4D101-DD94-B2D7-F2B0-E52D57D99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E3AF824-179B-11FD-FB22-3902C2606E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086" b="76245"/>
          <a:stretch>
            <a:fillRect/>
          </a:stretch>
        </p:blipFill>
        <p:spPr>
          <a:xfrm>
            <a:off x="0" y="0"/>
            <a:ext cx="12192000" cy="203857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5C4377-7DED-2C35-1857-2D2F78FD3B7B}"/>
              </a:ext>
            </a:extLst>
          </p:cNvPr>
          <p:cNvSpPr/>
          <p:nvPr/>
        </p:nvSpPr>
        <p:spPr>
          <a:xfrm>
            <a:off x="2243959" y="1660202"/>
            <a:ext cx="5559972" cy="37837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733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6DB8DD-18CF-56F8-F997-80D71A4E33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34" t="25441" r="33879" b="31495"/>
          <a:stretch>
            <a:fillRect/>
          </a:stretch>
        </p:blipFill>
        <p:spPr>
          <a:xfrm>
            <a:off x="336330" y="2056845"/>
            <a:ext cx="6432331" cy="47817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2056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Java Installation: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Download and install the idk package </a:t>
            </a:r>
            <a:r>
              <a:rPr lang="en-AU" sz="28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https://www.oracle.com/au/java/technologies/downloads/#jdk22-windows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551CAF-716B-D31F-BC05-C120083FB8BC}"/>
              </a:ext>
            </a:extLst>
          </p:cNvPr>
          <p:cNvSpPr/>
          <p:nvPr/>
        </p:nvSpPr>
        <p:spPr>
          <a:xfrm>
            <a:off x="4267200" y="6458608"/>
            <a:ext cx="1219200" cy="37837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61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6B934-9D78-7F3A-BC10-B37342292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3A7EC4-98C3-C4F9-A9B0-52FECE5758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534" t="32184" r="14483" b="25671"/>
          <a:stretch>
            <a:fillRect/>
          </a:stretch>
        </p:blipFill>
        <p:spPr>
          <a:xfrm>
            <a:off x="0" y="2207171"/>
            <a:ext cx="6337738" cy="46977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1D772B-D5E2-5B83-9B14-595D5FF9CDC3}"/>
              </a:ext>
            </a:extLst>
          </p:cNvPr>
          <p:cNvSpPr txBox="1"/>
          <p:nvPr/>
        </p:nvSpPr>
        <p:spPr>
          <a:xfrm>
            <a:off x="0" y="0"/>
            <a:ext cx="12192000" cy="2056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Java Installation: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Download and install the idk package </a:t>
            </a:r>
            <a:r>
              <a:rPr lang="en-AU" sz="28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https://www.oracle.com/au/java/technologies/downloads/#jdk22-windows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315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DF8570-DA9C-2325-0CA5-C335C712F8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932" t="31418" r="14136" b="24904"/>
          <a:stretch>
            <a:fillRect/>
          </a:stretch>
        </p:blipFill>
        <p:spPr>
          <a:xfrm>
            <a:off x="0" y="2056844"/>
            <a:ext cx="6390290" cy="4767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2056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Java Installation: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Download and install the idk package </a:t>
            </a:r>
            <a:r>
              <a:rPr lang="en-AU" sz="28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https://www.oracle.com/au/java/technologies/downloads/#jdk22-windows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551CAF-716B-D31F-BC05-C120083FB8BC}"/>
              </a:ext>
            </a:extLst>
          </p:cNvPr>
          <p:cNvSpPr/>
          <p:nvPr/>
        </p:nvSpPr>
        <p:spPr>
          <a:xfrm>
            <a:off x="3899338" y="6393546"/>
            <a:ext cx="1219200" cy="37837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5653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141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Java Installation: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Type </a:t>
            </a:r>
            <a:r>
              <a:rPr lang="en-AU" sz="2800" dirty="0" err="1">
                <a:effectLst/>
                <a:highlight>
                  <a:srgbClr val="00FF00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cmd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to run command Prompt in Windows</a:t>
            </a:r>
            <a:endParaRPr lang="en-AU" sz="2800" dirty="0">
              <a:effectLst/>
              <a:highlight>
                <a:srgbClr val="00FF00"/>
              </a:highlight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A305DD-3EB4-32B0-5A8D-ECF46DCFE1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34" t="5517" r="36466"/>
          <a:stretch>
            <a:fillRect/>
          </a:stretch>
        </p:blipFill>
        <p:spPr>
          <a:xfrm>
            <a:off x="0" y="1410514"/>
            <a:ext cx="5381215" cy="544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976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490B7-9FB1-A937-F5A3-E5E1634C5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318688-B407-D235-F3B5-A3AD9AA28628}"/>
              </a:ext>
            </a:extLst>
          </p:cNvPr>
          <p:cNvSpPr txBox="1"/>
          <p:nvPr/>
        </p:nvSpPr>
        <p:spPr>
          <a:xfrm>
            <a:off x="0" y="0"/>
            <a:ext cx="12192000" cy="141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Java Installation: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Command Prompt Windows / Terminal in MAC: </a:t>
            </a:r>
            <a:r>
              <a:rPr lang="en-AU" sz="2800" dirty="0">
                <a:effectLst/>
                <a:highlight>
                  <a:srgbClr val="00FF00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java –show-version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A155DF-E774-949B-11CF-B05E5543F7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58" t="22989" r="11207" b="12950"/>
          <a:stretch>
            <a:fillRect/>
          </a:stretch>
        </p:blipFill>
        <p:spPr>
          <a:xfrm>
            <a:off x="0" y="1410514"/>
            <a:ext cx="9574924" cy="543055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606D6BF-13BB-4B36-E316-569EB3B3A938}"/>
              </a:ext>
            </a:extLst>
          </p:cNvPr>
          <p:cNvSpPr/>
          <p:nvPr/>
        </p:nvSpPr>
        <p:spPr>
          <a:xfrm>
            <a:off x="0" y="2186151"/>
            <a:ext cx="3247697" cy="2207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50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AAB9EC-E005-2C97-A5A6-42CB79F77D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448" b="8659"/>
          <a:stretch>
            <a:fillRect/>
          </a:stretch>
        </p:blipFill>
        <p:spPr>
          <a:xfrm>
            <a:off x="656896" y="1534511"/>
            <a:ext cx="10415752" cy="47979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141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Java Installation: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Download Eclipse Software 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https://www.eclipse.org/downloads/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lang="en-AU" sz="2800" dirty="0">
              <a:effectLst/>
              <a:highlight>
                <a:srgbClr val="00FF00"/>
              </a:highlight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B0BE66-030C-C7F4-65FA-E8A72CF3A7E4}"/>
              </a:ext>
            </a:extLst>
          </p:cNvPr>
          <p:cNvSpPr/>
          <p:nvPr/>
        </p:nvSpPr>
        <p:spPr>
          <a:xfrm>
            <a:off x="2333296" y="5475889"/>
            <a:ext cx="1618594" cy="30480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5184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82EDA-D014-3D7B-8BF0-EAF09EDA0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352F05-692C-C867-23B7-B9F5B3935E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811" b="22452"/>
          <a:stretch>
            <a:fillRect/>
          </a:stretch>
        </p:blipFill>
        <p:spPr>
          <a:xfrm>
            <a:off x="1634358" y="1539766"/>
            <a:ext cx="8923283" cy="53182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6978E8-C645-1B7F-D4EC-905766A2E995}"/>
              </a:ext>
            </a:extLst>
          </p:cNvPr>
          <p:cNvSpPr txBox="1"/>
          <p:nvPr/>
        </p:nvSpPr>
        <p:spPr>
          <a:xfrm>
            <a:off x="0" y="0"/>
            <a:ext cx="12192000" cy="141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Java Installation: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Download Eclipse Software 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https://www.eclipse.org/downloads/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lang="en-AU" sz="2800" dirty="0">
              <a:effectLst/>
              <a:highlight>
                <a:srgbClr val="00FF00"/>
              </a:highlight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A922994-7B5D-F1E3-0252-D709B53021E2}"/>
              </a:ext>
            </a:extLst>
          </p:cNvPr>
          <p:cNvSpPr/>
          <p:nvPr/>
        </p:nvSpPr>
        <p:spPr>
          <a:xfrm>
            <a:off x="5108026" y="4761185"/>
            <a:ext cx="2385849" cy="75674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0214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52169D-5466-66A7-9921-F1F5FFFA29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83" t="10574" r="21465" b="64291"/>
          <a:stretch>
            <a:fillRect/>
          </a:stretch>
        </p:blipFill>
        <p:spPr>
          <a:xfrm>
            <a:off x="0" y="1410514"/>
            <a:ext cx="12192000" cy="25900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141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Java Installation: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Install Eclipse Software 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https://www.eclipse.org/downloads/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lang="en-AU" sz="2800" dirty="0">
              <a:effectLst/>
              <a:highlight>
                <a:srgbClr val="00FF00"/>
              </a:highlight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B0BE66-030C-C7F4-65FA-E8A72CF3A7E4}"/>
              </a:ext>
            </a:extLst>
          </p:cNvPr>
          <p:cNvSpPr/>
          <p:nvPr/>
        </p:nvSpPr>
        <p:spPr>
          <a:xfrm>
            <a:off x="458875" y="2395463"/>
            <a:ext cx="2263304" cy="42556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9155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765C35-142D-14B5-F734-2499642958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449" t="18697" r="33620" b="20154"/>
          <a:stretch>
            <a:fillRect/>
          </a:stretch>
        </p:blipFill>
        <p:spPr>
          <a:xfrm>
            <a:off x="3563003" y="1410514"/>
            <a:ext cx="5065990" cy="5291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141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Java Installation: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Install Eclipse Software 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https://www.eclipse.org/downloads/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lang="en-AU" sz="2800" dirty="0">
              <a:effectLst/>
              <a:highlight>
                <a:srgbClr val="00FF00"/>
              </a:highlight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B0BE66-030C-C7F4-65FA-E8A72CF3A7E4}"/>
              </a:ext>
            </a:extLst>
          </p:cNvPr>
          <p:cNvSpPr/>
          <p:nvPr/>
        </p:nvSpPr>
        <p:spPr>
          <a:xfrm>
            <a:off x="3563003" y="2270232"/>
            <a:ext cx="4981907" cy="106154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0055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141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Java Installation: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Install Eclipse Software 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2"/>
              </a:rPr>
              <a:t>https://www.eclipse.org/downloads/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lang="en-AU" sz="2800" dirty="0">
              <a:effectLst/>
              <a:highlight>
                <a:srgbClr val="00FF00"/>
              </a:highlight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B73B2D-7EA8-D219-DB39-C66D7662C9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62" t="18697" r="33621" b="18927"/>
          <a:stretch>
            <a:fillRect/>
          </a:stretch>
        </p:blipFill>
        <p:spPr>
          <a:xfrm>
            <a:off x="3457903" y="1410514"/>
            <a:ext cx="5126261" cy="544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107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F3ABF-FF9B-07D4-99D2-E561F4DF7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1B4CE5-F93F-BFB1-46E3-8C5ADD042BD4}"/>
              </a:ext>
            </a:extLst>
          </p:cNvPr>
          <p:cNvSpPr txBox="1"/>
          <p:nvPr/>
        </p:nvSpPr>
        <p:spPr>
          <a:xfrm>
            <a:off x="0" y="0"/>
            <a:ext cx="12192000" cy="141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Java Installation: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Install Eclipse Software 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2"/>
              </a:rPr>
              <a:t>https://www.eclipse.org/downloads/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lang="en-AU" sz="2800" dirty="0">
              <a:effectLst/>
              <a:highlight>
                <a:srgbClr val="00FF00"/>
              </a:highlight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D3EA63-1984-B2F9-28B1-A01F594089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707" t="20567" r="33362" b="18774"/>
          <a:stretch>
            <a:fillRect/>
          </a:stretch>
        </p:blipFill>
        <p:spPr>
          <a:xfrm>
            <a:off x="3468414" y="1413014"/>
            <a:ext cx="5255172" cy="544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427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E6E414-29EA-98A2-F51D-76C60EDB3F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483" t="18851" r="32586" b="18467"/>
          <a:stretch>
            <a:fillRect/>
          </a:stretch>
        </p:blipFill>
        <p:spPr>
          <a:xfrm>
            <a:off x="3647090" y="1410514"/>
            <a:ext cx="4897820" cy="52440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141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Java Installation: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Install Eclipse Software 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https://www.eclipse.org/downloads/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lang="en-AU" sz="2800" dirty="0">
              <a:effectLst/>
              <a:highlight>
                <a:srgbClr val="00FF00"/>
              </a:highlight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DAEEDB-9883-C600-795C-F47FC7EE9C09}"/>
              </a:ext>
            </a:extLst>
          </p:cNvPr>
          <p:cNvSpPr/>
          <p:nvPr/>
        </p:nvSpPr>
        <p:spPr>
          <a:xfrm>
            <a:off x="5139559" y="5034455"/>
            <a:ext cx="2806262" cy="28377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8262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906620-3880-BB2C-66FF-CC11EAAAC9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42" t="23295" r="29742" b="42530"/>
          <a:stretch/>
        </p:blipFill>
        <p:spPr>
          <a:xfrm>
            <a:off x="1322278" y="1786758"/>
            <a:ext cx="9547444" cy="45299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141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Java Installation: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Install Eclipse Software 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https://www.eclipse.org/downloads/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lang="en-AU" sz="2800" dirty="0">
              <a:effectLst/>
              <a:highlight>
                <a:srgbClr val="00FF00"/>
              </a:highlight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DAEEDB-9883-C600-795C-F47FC7EE9C09}"/>
              </a:ext>
            </a:extLst>
          </p:cNvPr>
          <p:cNvSpPr/>
          <p:nvPr/>
        </p:nvSpPr>
        <p:spPr>
          <a:xfrm>
            <a:off x="1502980" y="3520965"/>
            <a:ext cx="6463862" cy="33633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350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9B397-C16F-AEF3-6BC1-1363153B0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6405A4-2F64-3FF8-9F96-8AA7695B97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948" b="43755"/>
          <a:stretch>
            <a:fillRect/>
          </a:stretch>
        </p:blipFill>
        <p:spPr>
          <a:xfrm>
            <a:off x="-1" y="1408386"/>
            <a:ext cx="8326913" cy="53707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B0FE5E-1F81-5415-930C-CDF72B22946C}"/>
              </a:ext>
            </a:extLst>
          </p:cNvPr>
          <p:cNvSpPr txBox="1"/>
          <p:nvPr/>
        </p:nvSpPr>
        <p:spPr>
          <a:xfrm>
            <a:off x="0" y="0"/>
            <a:ext cx="12192000" cy="141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Java Installation: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Install Eclipse Software 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https://www.eclipse.org/downloads/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lang="en-AU" sz="2800" dirty="0">
              <a:effectLst/>
              <a:highlight>
                <a:srgbClr val="00FF00"/>
              </a:highlight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CD6AFA-CB50-51B4-4BFD-19F6DBC7713E}"/>
              </a:ext>
            </a:extLst>
          </p:cNvPr>
          <p:cNvSpPr/>
          <p:nvPr/>
        </p:nvSpPr>
        <p:spPr>
          <a:xfrm>
            <a:off x="4929351" y="5665075"/>
            <a:ext cx="3397561" cy="31531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CD18FB-321C-D95F-13AD-5B70370B00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586" t="10269" r="32586" b="35173"/>
          <a:stretch>
            <a:fillRect/>
          </a:stretch>
        </p:blipFill>
        <p:spPr>
          <a:xfrm>
            <a:off x="8537436" y="1666953"/>
            <a:ext cx="3654563" cy="3220357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3CC8467F-81AF-8D52-D05C-13B7BB6C7391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8326912" y="4887310"/>
            <a:ext cx="2037806" cy="166063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932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50077F-9F4E-F4C8-F8CA-8FA54DD196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3879" b="32108"/>
          <a:stretch>
            <a:fillRect/>
          </a:stretch>
        </p:blipFill>
        <p:spPr>
          <a:xfrm>
            <a:off x="3615557" y="1410514"/>
            <a:ext cx="5152361" cy="54474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141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Java Installation: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Install Eclipse Software 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https://www.eclipse.org/downloads/</a:t>
            </a:r>
            <a:r>
              <a:rPr lang="en-AU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lang="en-AU" sz="2800" dirty="0">
              <a:effectLst/>
              <a:highlight>
                <a:srgbClr val="00FF00"/>
              </a:highlight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DAEEDB-9883-C600-795C-F47FC7EE9C09}"/>
              </a:ext>
            </a:extLst>
          </p:cNvPr>
          <p:cNvSpPr/>
          <p:nvPr/>
        </p:nvSpPr>
        <p:spPr>
          <a:xfrm>
            <a:off x="3615557" y="1823045"/>
            <a:ext cx="5152361" cy="24749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1484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289</Words>
  <Application>Microsoft Office PowerPoint</Application>
  <PresentationFormat>Widescreen</PresentationFormat>
  <Paragraphs>32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Farshid Keivanian</dc:creator>
  <cp:lastModifiedBy>Farshid Keivanian</cp:lastModifiedBy>
  <cp:revision>47</cp:revision>
  <dcterms:created xsi:type="dcterms:W3CDTF">2024-07-26T20:43:25Z</dcterms:created>
  <dcterms:modified xsi:type="dcterms:W3CDTF">2026-03-01T05:01:01Z</dcterms:modified>
</cp:coreProperties>
</file>